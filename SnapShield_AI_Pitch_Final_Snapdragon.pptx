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Inference time (ms, 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Det CPU</c:v>
                  </c:pt>
                  <c:pt idx="1">
                    <c:v>Det NPU fp</c:v>
                  </c:pt>
                  <c:pt idx="2">
                    <c:v>Det NPU INT8</c:v>
                  </c:pt>
                  <c:pt idx="3">
                    <c:v>Rec CPU</c:v>
                  </c:pt>
                  <c:pt idx="4">
                    <c:v>Rec NPU fp</c:v>
                  </c:pt>
                  <c:pt idx="5">
                    <c:v>Rec NPU INT8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1989.6</c:v>
                </c:pt>
                <c:pt idx="1">
                  <c:v>38.3</c:v>
                </c:pt>
                <c:pt idx="2">
                  <c:v>13.5</c:v>
                </c:pt>
                <c:pt idx="3">
                  <c:v>14.8</c:v>
                </c:pt>
                <c:pt idx="4">
                  <c:v>20.4</c:v>
                </c:pt>
                <c:pt idx="5">
                  <c:v>10.7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SnapShield AI blurs sensitive data on screen in real time, entirely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AI 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SnapShield AI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On-Device Privacy Guardian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screen. Your secrets. Protected on-device, on the Snapdragon NPU.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Your solution is designed, developed, and optimized for Snapdragon-powered HP PCs.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 leaks secrets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tokens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files, terminals, dashboards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PAN / IDs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docs, govt portals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&amp; UPI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pages, invoices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8346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emails, passwords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CRMs, contact lists, configs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watch your own screen while presenting. By the time you notice, it has already been seen.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firewall for your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+ baseline sampling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OCR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 + recognition on Hexagon NPU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Luhn/Verhoeff, entropy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874520" cy="2286000"/>
          </a:xfrm>
          <a:prstGeom prst="roundRect">
            <a:avLst>
              <a:gd name="adj" fmla="val 5854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on-screen overlay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Auto-arms Presentation Mode when Zoom, Teams, Meet or OBS is running. Controlled from a tray icon. Zero network calls.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Snapdragon-powered HP PCs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workload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OCR cannot wait on a cloud round trip.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37160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sensitive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protecting your secrets cannot upload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7160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 watt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offload keeps always-on AI viable on battery.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429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is designed, developed, and optimized for Snapdragon-powered HP PCs.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real Snapdragon X Elite hardware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30936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CPU baseline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19456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~33.9 ms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OCR pipeline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329184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0936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858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on Hexagon NPU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precision: INT8 detector (PSNR 34 dB) + float recognizer. INT8 recognizer failed accuracy (10.8 dB), so it was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detection, proven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Verhoeff checksum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Luhn checksum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Google, AWS, Stripe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PAN / phone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formats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423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secrets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Teams, Meet, OBS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Chrome, WhatsApp, Google Meet, VS Code and OneNote: Gemini keys, Razorpay and Twilio secrets caught with no format-specific rule.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AI on the NPU, app on the CPU/GPU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(CPU)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44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+ baseline sampling, frame differencing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HEXAGON NPU  |  ONNX Runtime + QNN Execution Provider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| 13.5 ms | 100% NPU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37560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| 20.4 ms | 100% NPU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3319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 (CPU)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93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Luhn/Verhoeff checksums + entropy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OVERLAY (GPU)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279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always-on-top blur boxes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09728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2648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1444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Teams, Meet, OBS: strict mode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19456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2648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TRAY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Resume / Exit, no terminal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2918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26480" y="33375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made by this application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runs on the NPU; capture, UI and overlay run on the CPU/GPU, as in any Windows app.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execution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independently checkable AI Hub job links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8920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~59x speedup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27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a CPU baseline on the same reference hardware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detection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07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Chrome, WhatsApp, Google Meet, VS Code, OneNote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t>Zero network calls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907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t>Protection stays fully on-device.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SnapShield AI: protection without uploading the secrets it protects.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optimized for Snapdragon-powered HP PCs. Install once, run anywhere, fully offline.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github.com/Nivedithagowda2/snapshield-ai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2026-09-28T03:16:53Z</dcterms:created>
  <dcterms:modified xsi:type="dcterms:W3CDTF">2026-09-28T03:16:53Z</dcterms:modified>
</cp:coreProperties>
</file>